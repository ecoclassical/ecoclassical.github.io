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7772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2"/>
    <p:restoredTop sz="94694"/>
  </p:normalViewPr>
  <p:slideViewPr>
    <p:cSldViewPr snapToGrid="0">
      <p:cViewPr>
        <p:scale>
          <a:sx n="140" d="100"/>
          <a:sy n="140" d="100"/>
        </p:scale>
        <p:origin x="64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C67D-7CA2-B54C-BBBB-E0D42F5704D5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79575" y="1143000"/>
            <a:ext cx="3498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0CE62-5964-3D48-9F7D-21BD9A219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5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79575" y="1143000"/>
            <a:ext cx="34988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0CE62-5964-3D48-9F7D-21BD9A2193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4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122363"/>
            <a:ext cx="6606540" cy="238760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3602038"/>
            <a:ext cx="5829300" cy="1655762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0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0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709740"/>
            <a:ext cx="6703695" cy="2852737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4589465"/>
            <a:ext cx="6703695" cy="1500187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1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825625"/>
            <a:ext cx="33032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825625"/>
            <a:ext cx="33032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7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65126"/>
            <a:ext cx="670369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681163"/>
            <a:ext cx="3288089" cy="823912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505075"/>
            <a:ext cx="328808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681163"/>
            <a:ext cx="3304282" cy="823912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505075"/>
            <a:ext cx="330428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2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4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57200"/>
            <a:ext cx="2506801" cy="160020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987426"/>
            <a:ext cx="3934778" cy="4873625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057400"/>
            <a:ext cx="2506801" cy="3811588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0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57200"/>
            <a:ext cx="2506801" cy="160020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987426"/>
            <a:ext cx="3934778" cy="4873625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057400"/>
            <a:ext cx="2506801" cy="3811588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6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365125"/>
            <a:ext cx="167592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365125"/>
            <a:ext cx="493061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365126"/>
            <a:ext cx="67036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825625"/>
            <a:ext cx="67036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6356352"/>
            <a:ext cx="17487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26A8A-EE3B-C240-A2EF-199BD650D581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6356352"/>
            <a:ext cx="26231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6356352"/>
            <a:ext cx="17487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A7322-F1B9-824D-ADE8-92439FDF0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5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rawing">
            <a:extLst>
              <a:ext uri="{FF2B5EF4-FFF2-40B4-BE49-F238E27FC236}">
                <a16:creationId xmlns:a16="http://schemas.microsoft.com/office/drawing/2014/main" id="{2187D76A-4925-3DE7-E317-6A2AAF5D0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486" y="0"/>
            <a:ext cx="3257441" cy="2962656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BE23AE0F-9729-80C1-33C0-A243FBC963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2474" y="0"/>
            <a:ext cx="3262798" cy="296713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2C82A8-B6D5-44C3-1D19-F5AC0748A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7153"/>
              </p:ext>
            </p:extLst>
          </p:nvPr>
        </p:nvGraphicFramePr>
        <p:xfrm>
          <a:off x="0" y="3103149"/>
          <a:ext cx="3877056" cy="2817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792">
                  <a:extLst>
                    <a:ext uri="{9D8B030D-6E8A-4147-A177-3AD203B41FA5}">
                      <a16:colId xmlns:a16="http://schemas.microsoft.com/office/drawing/2014/main" val="245715158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748329958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343358598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846111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HS Code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 z-score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717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830249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Mountings, fittings and similar articles...of base metal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Metals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0.715290588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14284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392350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Plastics; stoppers, lids, caps and other closures...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Chemicals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0.659440095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212846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851440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Heating equipment; for the heat treatment by induction...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Electronics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0.626772306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62329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851430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Furnaces and ovens...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Electronics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0.623957749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42908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730890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Iron or steel structures and parts...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Metals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0.604073196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1973880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940390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Furniture; parts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Machinery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0.602998191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78835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732690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Iron or steel; articles </a:t>
                      </a:r>
                      <a:r>
                        <a:rPr lang="en-CA" sz="10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n.e.s.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Metals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0.601553918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50313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392069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Plastics; plates, sheets, film, foil and strip, of polyesters...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Chemicals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0.593027456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3842055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854389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Electrical machines and apparatus...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Electronics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0.578359649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extLst>
                  <a:ext uri="{0D108BD9-81ED-4DB2-BD59-A6C34878D82A}">
                    <a16:rowId xmlns:a16="http://schemas.microsoft.com/office/drawing/2014/main" val="2552417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700719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Glass; safety glass, toughened (tempered)...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Industrial Materials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0.566543511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203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2FE986-C568-075F-7DC4-1CE5A1FA1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113944"/>
              </p:ext>
            </p:extLst>
          </p:nvPr>
        </p:nvGraphicFramePr>
        <p:xfrm>
          <a:off x="3895344" y="3103148"/>
          <a:ext cx="3877056" cy="28175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792">
                  <a:extLst>
                    <a:ext uri="{9D8B030D-6E8A-4147-A177-3AD203B41FA5}">
                      <a16:colId xmlns:a16="http://schemas.microsoft.com/office/drawing/2014/main" val="245715158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748329958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343358598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1846111616"/>
                    </a:ext>
                  </a:extLst>
                </a:gridCol>
              </a:tblGrid>
              <a:tr h="1632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HS Code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 z-score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717152"/>
                  </a:ext>
                </a:extLst>
              </a:tr>
              <a:tr h="3271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846231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Machine-tools; shearing...for working metal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Machinery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0.69599058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14284401"/>
                  </a:ext>
                </a:extLst>
              </a:tr>
              <a:tr h="3271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391190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Polysulphides and similar products of chemical synthesis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Chemicals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0.67484357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2128464201"/>
                  </a:ext>
                </a:extLst>
              </a:tr>
              <a:tr h="1728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382490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Chemical products...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Chemicals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0.66253734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623298911"/>
                  </a:ext>
                </a:extLst>
              </a:tr>
              <a:tr h="3271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903039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Instruments and apparatus for measuring or checking voltage...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Machinery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0.6561503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429087120"/>
                  </a:ext>
                </a:extLst>
              </a:tr>
              <a:tr h="3271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846221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Machine-tools; bending, folding, straightening...for working metal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Machinery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0.64197594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2653773968"/>
                  </a:ext>
                </a:extLst>
              </a:tr>
              <a:tr h="3271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847990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Machines and mechanical appliances... individual functions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Machinery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0.64047919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1973880192"/>
                  </a:ext>
                </a:extLst>
              </a:tr>
              <a:tr h="1728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761699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Aluminium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Metals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0.61952362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788356174"/>
                  </a:ext>
                </a:extLst>
              </a:tr>
              <a:tr h="3271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903190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Instruments; parts...for measuring or checking devices...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Machinery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0.61405946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503137920"/>
                  </a:ext>
                </a:extLst>
              </a:tr>
              <a:tr h="1728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282540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Nickel oxides and hydroxides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Chemicals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0.60581447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/>
                </a:tc>
                <a:extLst>
                  <a:ext uri="{0D108BD9-81ED-4DB2-BD59-A6C34878D82A}">
                    <a16:rowId xmlns:a16="http://schemas.microsoft.com/office/drawing/2014/main" val="3842055688"/>
                  </a:ext>
                </a:extLst>
              </a:tr>
              <a:tr h="1728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851580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Welding machines and apparatus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18288" marT="18288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Electronics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18288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0.60114896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88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281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523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1472</TotalTime>
  <Words>222</Words>
  <Application>Microsoft Macintosh PowerPoint</Application>
  <PresentationFormat>Custom</PresentationFormat>
  <Paragraphs>89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Bentley Allan</dc:creator>
  <cp:lastModifiedBy>Bentley Allan</cp:lastModifiedBy>
  <cp:revision>1</cp:revision>
  <dcterms:created xsi:type="dcterms:W3CDTF">2026-04-02T10:16:42Z</dcterms:created>
  <dcterms:modified xsi:type="dcterms:W3CDTF">2026-04-03T10:49:17Z</dcterms:modified>
</cp:coreProperties>
</file>